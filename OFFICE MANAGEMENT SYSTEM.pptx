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9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26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6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60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65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2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5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8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63E02-2BCA-495A-B6AC-E639F16F0877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BC2A7-D531-49E2-AA04-C5FD6808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2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OFFICE MANAGEMENT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STUDENT NAMES:MEHAK YOUSUF,KHADIJA RAMZAN</a:t>
            </a:r>
          </a:p>
          <a:p>
            <a:r>
              <a:rPr lang="en-US" dirty="0" smtClean="0"/>
              <a:t>INSTITUDE NAME:BANO QABIL</a:t>
            </a:r>
          </a:p>
          <a:p>
            <a:r>
              <a:rPr lang="en-US" dirty="0" smtClean="0"/>
              <a:t>TEACTER NAME:FAHAD BIN ASHFAQ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05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INTRODUCTION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Office management system manages office operations efficiently</a:t>
            </a:r>
          </a:p>
          <a:p>
            <a:r>
              <a:rPr lang="en-US" dirty="0" smtClean="0"/>
              <a:t>Helps maintain employee records ,attendance , and salary</a:t>
            </a:r>
          </a:p>
          <a:p>
            <a:r>
              <a:rPr lang="en-US" dirty="0" smtClean="0"/>
              <a:t>Reduces manual work and improves accuracy</a:t>
            </a:r>
          </a:p>
          <a:p>
            <a:r>
              <a:rPr lang="en-US" dirty="0" smtClean="0"/>
              <a:t>Demonstrates practical application of MS Office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0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OBJECTIVES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Maintain employee record systematically</a:t>
            </a:r>
          </a:p>
          <a:p>
            <a:r>
              <a:rPr lang="en-US" dirty="0" smtClean="0"/>
              <a:t>Calculate salary and bonuses using excel</a:t>
            </a:r>
          </a:p>
          <a:p>
            <a:r>
              <a:rPr lang="en-US" dirty="0" smtClean="0"/>
              <a:t>Monitor attendance and employee performance</a:t>
            </a:r>
          </a:p>
          <a:p>
            <a:r>
              <a:rPr lang="en-US" dirty="0" smtClean="0"/>
              <a:t>Apply MS Word, excel, and power point practically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05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TOOL USED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MS WORD: For documentation and report</a:t>
            </a:r>
          </a:p>
          <a:p>
            <a:r>
              <a:rPr lang="en-US" dirty="0" smtClean="0"/>
              <a:t>MS EXCEL: For employee data, attendance, salary calculation</a:t>
            </a:r>
          </a:p>
          <a:p>
            <a:r>
              <a:rPr lang="en-US" dirty="0" smtClean="0"/>
              <a:t>MS POWERPOINT: For project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22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EXCEL WORK OVERVIEW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Employee ID, Name, Department, Designation</a:t>
            </a:r>
          </a:p>
          <a:p>
            <a:r>
              <a:rPr lang="en-US" dirty="0" smtClean="0"/>
              <a:t>Attendance % and performance</a:t>
            </a:r>
          </a:p>
          <a:p>
            <a:r>
              <a:rPr lang="en-US" dirty="0" smtClean="0"/>
              <a:t>Salary calculation :basic salary + bonus = total salary</a:t>
            </a:r>
          </a:p>
          <a:p>
            <a:r>
              <a:rPr lang="en-US" dirty="0" smtClean="0"/>
              <a:t>Remarks generated automatically using IF formula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23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CONCLUSION / ADVANTAGES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Improves office efficiency</a:t>
            </a:r>
          </a:p>
          <a:p>
            <a:r>
              <a:rPr lang="en-US" dirty="0" smtClean="0"/>
              <a:t>Saves time and reduces errors</a:t>
            </a:r>
          </a:p>
          <a:p>
            <a:r>
              <a:rPr lang="en-US" dirty="0" smtClean="0"/>
              <a:t>Easy to maintain records and generate reports</a:t>
            </a:r>
          </a:p>
          <a:p>
            <a:r>
              <a:rPr lang="en-US" dirty="0" smtClean="0"/>
              <a:t>Demonstrates practical use of MS Office tools in </a:t>
            </a:r>
            <a:r>
              <a:rPr lang="en-US" smtClean="0"/>
              <a:t>office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6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155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Office Theme</vt:lpstr>
      <vt:lpstr>OFFICE MANAGEMENT SYSTEM</vt:lpstr>
      <vt:lpstr>INTRODUCTION</vt:lpstr>
      <vt:lpstr>OBJECTIVES</vt:lpstr>
      <vt:lpstr>TOOL USED</vt:lpstr>
      <vt:lpstr>EXCEL WORK OVERVIEW</vt:lpstr>
      <vt:lpstr>CONCLUSION / ADVANTAGES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MANAGEMENT SYSTEM</dc:title>
  <dc:creator>LENOVO</dc:creator>
  <cp:lastModifiedBy>LENOVO</cp:lastModifiedBy>
  <cp:revision>5</cp:revision>
  <dcterms:created xsi:type="dcterms:W3CDTF">2026-02-07T10:48:28Z</dcterms:created>
  <dcterms:modified xsi:type="dcterms:W3CDTF">2026-02-07T11:54:22Z</dcterms:modified>
</cp:coreProperties>
</file>